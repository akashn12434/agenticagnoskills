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Footer and Star Bullet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What Footer and Star Bullet Test means and why it matters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Key terms and background context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Main ideas covered in this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Topic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Important components and relationships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How the topic is commonly organized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Essential facts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Core concept one with a short explanation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Core concept two with a short explanation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Core concept three with a short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Representative example or case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How the example connects to the main idea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What learners should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Practical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Where the topic appears in real life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Current uses or future opportunities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Why understanding it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Recap of the most important points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Final takeaway for the audience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★ 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99632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2E4053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