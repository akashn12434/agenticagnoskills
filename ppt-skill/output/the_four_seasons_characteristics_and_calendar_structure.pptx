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The Four Seasons: A Yearly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An overview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Introduction to Seasons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The Earth orbits the sun while tilted on its axis.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This tilt causes different parts of the Earth to receive varying amounts of sunlight throughout the year.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A standard calendar year is divided into four distinct seasons.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Each season typically lasts for 3 months.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Spring: The Season of Renewal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Known as the season of renewal.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Temperatures begin to rise after winter.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Plants begin to grow; flowers bloom.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Days start to get longer.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Summer: The Season of Warmth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The warmest season of the year.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Characterized by long, sunny days.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Nature is in full bloom and active.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Often associated with vacations and outdoor activities.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Autumn (Fall): The Season of Transition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A time of transition from warmth to cold.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Temperatures start to drop.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Leaves change color and fall from trees.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Days become noticeably shorter.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Winter: The Season of Dormancy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The coldest season of the year.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Characterized by shorter days and longer, darker nights.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In many places, snow and frost are common.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Nature enters a period of dormancy.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Calendar Structure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Calendar year: 12 months.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Total seasons: 4.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3 months per season on average.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Seasonality depends on location and latitude.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The four seasons represent the Earth's natural rhythm.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Each season brings unique environmental changes.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Understanding these cycles helps us prepare for and appreciate nature's shifts.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