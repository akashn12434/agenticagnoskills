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874519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rial"/>
              </a:rPr>
              <a:t>Introduction to Insurance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18211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D5D8DC"/>
                </a:solidFill>
                <a:latin typeface="Arial"/>
              </a:rPr>
              <a:t>An overview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8064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D5D8DC"/>
                </a:solidFill>
                <a:latin typeface="Arial"/>
              </a:rPr>
              <a:t>2026-05-24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Benefits of Having Insurance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E4053"/>
                </a:solidFill>
                <a:latin typeface="Arial"/>
              </a:defRPr>
            </a:pPr>
            <a:r>
              <a:t>Financial protection against unexpected losses.</a:t>
            </a:r>
          </a:p>
          <a:p>
            <a:pPr>
              <a:spcAft>
                <a:spcPts val="900"/>
              </a:spcAft>
              <a:defRPr sz="2000">
                <a:solidFill>
                  <a:srgbClr val="2E4053"/>
                </a:solidFill>
                <a:latin typeface="Arial"/>
              </a:defRPr>
            </a:pPr>
            <a:r>
              <a:t>Peace of mind for individuals and families.</a:t>
            </a:r>
          </a:p>
          <a:p>
            <a:pPr>
              <a:spcAft>
                <a:spcPts val="900"/>
              </a:spcAft>
              <a:defRPr sz="2000">
                <a:solidFill>
                  <a:srgbClr val="2E4053"/>
                </a:solidFill>
                <a:latin typeface="Arial"/>
              </a:defRPr>
            </a:pPr>
            <a:r>
              <a:t>Compliance with legal requirements (e.g., auto insurance).</a:t>
            </a:r>
          </a:p>
          <a:p>
            <a:pPr>
              <a:spcAft>
                <a:spcPts val="900"/>
              </a:spcAft>
              <a:defRPr sz="2000">
                <a:solidFill>
                  <a:srgbClr val="2E4053"/>
                </a:solidFill>
                <a:latin typeface="Arial"/>
              </a:defRPr>
            </a:pPr>
            <a:r>
              <a:t>Support during emergency situations.</a:t>
            </a:r>
          </a:p>
          <a:p>
            <a:pPr>
              <a:spcAft>
                <a:spcPts val="900"/>
              </a:spcAft>
              <a:defRPr sz="2000">
                <a:solidFill>
                  <a:srgbClr val="2E4053"/>
                </a:solidFill>
                <a:latin typeface="Arial"/>
              </a:defRPr>
            </a:pPr>
            <a:r>
              <a:t>Facilitates economic stability and growth.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Types of Insurance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E4053"/>
                </a:solidFill>
                <a:latin typeface="Arial"/>
              </a:defRPr>
            </a:pPr>
            <a:r>
              <a:t>Life Insurance: Protection for dependents.</a:t>
            </a:r>
          </a:p>
          <a:p>
            <a:pPr>
              <a:spcAft>
                <a:spcPts val="900"/>
              </a:spcAft>
              <a:defRPr sz="2000">
                <a:solidFill>
                  <a:srgbClr val="2E4053"/>
                </a:solidFill>
                <a:latin typeface="Arial"/>
              </a:defRPr>
            </a:pPr>
            <a:r>
              <a:t>Health Insurance: Coverage for medical expenses.</a:t>
            </a:r>
          </a:p>
          <a:p>
            <a:pPr>
              <a:spcAft>
                <a:spcPts val="900"/>
              </a:spcAft>
              <a:defRPr sz="2000">
                <a:solidFill>
                  <a:srgbClr val="2E4053"/>
                </a:solidFill>
                <a:latin typeface="Arial"/>
              </a:defRPr>
            </a:pPr>
            <a:r>
              <a:t>Auto Insurance: Coverage for vehicle-related accidents.</a:t>
            </a:r>
          </a:p>
          <a:p>
            <a:pPr>
              <a:spcAft>
                <a:spcPts val="900"/>
              </a:spcAft>
              <a:defRPr sz="2000">
                <a:solidFill>
                  <a:srgbClr val="2E4053"/>
                </a:solidFill>
                <a:latin typeface="Arial"/>
              </a:defRPr>
            </a:pPr>
            <a:r>
              <a:t>Homeowners/Renters Insurance: Protection for property.</a:t>
            </a:r>
          </a:p>
          <a:p>
            <a:pPr>
              <a:spcAft>
                <a:spcPts val="900"/>
              </a:spcAft>
              <a:defRPr sz="2000">
                <a:solidFill>
                  <a:srgbClr val="2E4053"/>
                </a:solidFill>
                <a:latin typeface="Arial"/>
              </a:defRPr>
            </a:pPr>
            <a:r>
              <a:t>Disability Insurance: Income protection during injury/illness.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Tips for Choosing the Right Policy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E4053"/>
                </a:solidFill>
                <a:latin typeface="Arial"/>
              </a:defRPr>
            </a:pPr>
            <a:r>
              <a:t>Assess your personal needs and risks.</a:t>
            </a:r>
          </a:p>
          <a:p>
            <a:pPr>
              <a:spcAft>
                <a:spcPts val="900"/>
              </a:spcAft>
              <a:defRPr sz="2000">
                <a:solidFill>
                  <a:srgbClr val="2E4053"/>
                </a:solidFill>
                <a:latin typeface="Arial"/>
              </a:defRPr>
            </a:pPr>
            <a:r>
              <a:t>Research different providers and compare quotes.</a:t>
            </a:r>
          </a:p>
          <a:p>
            <a:pPr>
              <a:spcAft>
                <a:spcPts val="900"/>
              </a:spcAft>
              <a:defRPr sz="2000">
                <a:solidFill>
                  <a:srgbClr val="2E4053"/>
                </a:solidFill>
                <a:latin typeface="Arial"/>
              </a:defRPr>
            </a:pPr>
            <a:r>
              <a:t>Read the fine print and understand policy exclusions.</a:t>
            </a:r>
          </a:p>
          <a:p>
            <a:pPr>
              <a:spcAft>
                <a:spcPts val="900"/>
              </a:spcAft>
              <a:defRPr sz="2000">
                <a:solidFill>
                  <a:srgbClr val="2E4053"/>
                </a:solidFill>
                <a:latin typeface="Arial"/>
              </a:defRPr>
            </a:pPr>
            <a:r>
              <a:t>Check the financial strength and reputation of the insurer.</a:t>
            </a:r>
          </a:p>
          <a:p>
            <a:pPr>
              <a:spcAft>
                <a:spcPts val="900"/>
              </a:spcAft>
              <a:defRPr sz="2000">
                <a:solidFill>
                  <a:srgbClr val="2E4053"/>
                </a:solidFill>
                <a:latin typeface="Arial"/>
              </a:defRPr>
            </a:pPr>
            <a:r>
              <a:t>Consider the deductible versus the premium cost.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C2833"/>
                </a:solidFill>
                <a:latin typeface="Arial"/>
              </a:rPr>
              <a:t>Conclusion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170432"/>
            <a:ext cx="1920240" cy="6400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572768"/>
            <a:ext cx="10378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Review your insurance needs periodically.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Keep your documents organized and accessible.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Contact your provider if you have questions or concerns.</a:t>
            </a:r>
          </a:p>
          <a:p>
            <a:pPr>
              <a:spcAft>
                <a:spcPts val="900"/>
              </a:spcAft>
              <a:defRPr sz="2200">
                <a:solidFill>
                  <a:srgbClr val="2E4053"/>
                </a:solidFill>
                <a:latin typeface="Arial"/>
              </a:defRPr>
            </a:pPr>
            <a:r>
              <a:t>Thank you for your time!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5D8DC"/>
                </a:solidFill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