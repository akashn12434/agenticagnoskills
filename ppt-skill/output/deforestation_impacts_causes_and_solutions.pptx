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Introduction to Deforestation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Main Causes of Deforestation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Agricultural expansion: Cattle ranching and soy cultivation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Commercial logging for timber and paper products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Infrastructure development and urbanization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Mining and illegal extraction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Impacts on Biodiversity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Destruction of critical habitats and ecosystems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Loss of biodiversity and species extinction risks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Disruption of complex food webs and ecological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Broader Environmental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Contribution to global climate change and carbon emissions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Soil erosion, nutrient depletion, and desertification risks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Disruption of water cycles and precipitation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Conclusion and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Reforestation and sustainable forest management practices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Policy changes and stricter land-use regulations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Consumer choices and support for sustainable products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Global cooperation to protect remaining forest biomes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