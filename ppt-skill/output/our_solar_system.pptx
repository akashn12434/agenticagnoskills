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Exploring Our Solar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18211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5D8DC"/>
                </a:solidFill>
                <a:latin typeface="Arial"/>
              </a:rPr>
              <a:t>An overview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8064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5D8DC"/>
                </a:solidFill>
                <a:latin typeface="Arial"/>
              </a:rPr>
              <a:t>2026-05-24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Mercury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Closest to the Sun, smallest planet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Extreme temperature fluctuations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No atmosphere, heavily cratered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Venus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Hottest planet due to thick, toxic atmosphere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Rotates very slowly in the opposite direction to most planets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Surface is covered in volcanic plains and mountains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Earth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The only known planet to harbor life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70% of the surface covered by liquid water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Protective atmosphere rich in oxygen and nitrogen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Mars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Known as the 'Red Planet' due to iron oxide (rust) on its surface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Home to Olympus Mons, the tallest volcano in the solar system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Thin atmosphere with evidence of ancient water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Jupiter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Largest planet in our solar system, a gas giant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Famous for the Great Red Spot, a massive storm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Composed mostly of hydrogen and helium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Saturn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Stunning ring system made of ice and rock particles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Second-largest planet, another gas giant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Low density—could theoretically float in 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Uranus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Ice giant with a tilted rotational axis (rolling on its side)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Pale blue color due to methane in the atmosphere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Very cold temperatures and faint ring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Neptune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Distant ice giant, known for supersonic winds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Deep blue color from methane in the atmosphere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Furthest major planet from the Sun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Thank you for joining this journey through our solar system!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Any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