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Understanding Global Warming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Main Causes of Global Warming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Burning of fossil fuels (coal, oil, gas)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Deforestation and land use changes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Intensive industrial agriculture and livestock farming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Increased greenhouse gas emissions (CO2, methane)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Primary Effects on the Planet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Rising average global temperatures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Melting ice caps and rising sea levels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Increased frequency of extreme weather events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Disruption of ecosystems and loss of biodiversity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Impacts on Human Society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Heatwaves and droughts affecting food security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Economic damage from extreme weather events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Health risks due to poor air quality and disease spread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Increased migration and climate-driven displacement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Mitigation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Transition to renewable energy sources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Improving energy efficiency in industry and homes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Reforestation and sustainable land management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International cooperation and policy agreements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Summary of key takeaways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The importance of collective action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Maintaining awareness and advocacy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Any questions?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Contact information for further inquiry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