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Auto Open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5D8DC"/>
                </a:solidFill>
                <a:latin typeface="Arial"/>
              </a:rPr>
              <a:t>An overview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5D8DC"/>
                </a:solidFill>
                <a:latin typeface="Arial"/>
              </a:rPr>
              <a:t>2026-05-24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What Auto Open Check means and why it matters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Key terms and background context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Main ideas covered in this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Topic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Important components and relationships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How the topic is commonly organized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Essential facts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Core concept one with a short explanation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Core concept two with a short explanation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Core concept three with a short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Representative example or case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How the example connects to the main idea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What learners should notice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Practical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Where the topic appears in real life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Current uses or future opportunities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Why understanding it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Recap of the most important points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Final takeaway for the audience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Questions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