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Types of Oceans and their Characteristics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1821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5D8DC"/>
                </a:solidFill>
                <a:latin typeface="Arial"/>
              </a:rPr>
              <a:t>An overview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8064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5D8DC"/>
                </a:solidFill>
                <a:latin typeface="Arial"/>
              </a:rPr>
              <a:t>2026-05-25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1. The Pacific Ocean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Largest and deepest ocean on Earth.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Covers about one-third of the planet's surface.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Bounded by the Americas to the east and Asia and Australia to the west.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Home to the Mariana Trench and the Pacific Ring of Fire.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2. The Atlantic Ocean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Second largest ocean.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Stretches from the Arctic Ocean in the north to the Southern Ocean in the south.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Separates the Americas from Europe and Africa.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Features the Mid-Atlantic Ridge, a massive underwater mountain range.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3. The Indian Ocean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Third largest ocean.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Bounded by Africa to the west, Asia to the north, and Australia to the east.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Known for its warm water temperatures.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Contains major trade routes and important shipping lanes.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4. The Southern Ocean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Fourth largest ocean, surrounding Antarctica.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Defined by the Antarctic Circumpolar Current.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Acts as a vital regulator of the global climate.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Rich in marine life including krill, whales, and penguins.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5. The Arctic Ocean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Smallest and shallowest of the five oceans.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Located around the North Pole.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Largely covered by sea ice throughout the year.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Critical for climate research and sensitive to global warming.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Summary: The Global Ocean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The five oceans form a single, interconnected global ocean system.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Each plays a unique role in Earth's climate and biodiversity.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Conservation and understanding these ecosystems are essential for our planet's future.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